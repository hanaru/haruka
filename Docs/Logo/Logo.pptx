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EAEAE"/>
    <a:srgbClr val="F5F8FF"/>
    <a:srgbClr val="262626"/>
    <a:srgbClr val="669900"/>
    <a:srgbClr val="99CC00"/>
    <a:srgbClr val="288CFF"/>
    <a:srgbClr val="146EE6"/>
    <a:srgbClr val="235ABE"/>
    <a:srgbClr val="00B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576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E0ECB-A10F-1234-AE00-D5BA8789D9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F2C5C0-8C24-75D4-344C-D710E7CF4E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DD336-BE89-079D-E02D-A745A4D89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D616F-07A2-470E-82AC-9536B863C6C3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A3864-003A-86FA-330C-1F42055EB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9CE6A-1803-ECF3-7A22-E96239A81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2ADF3-FC1B-424D-A55A-4F1ADCB1D1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0496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161B9-AE22-641F-5422-1C4C9A509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33A58-FC25-9204-34E3-89BED1B11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AC371-EC0C-3826-9975-E2F6D0302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D616F-07A2-470E-82AC-9536B863C6C3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DB611-52E5-BDCC-4E68-D53C6F2B1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22A36-3C3B-A7AA-0A0D-29776210A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2ADF3-FC1B-424D-A55A-4F1ADCB1D1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6147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1C080-62BC-F4CC-BDB4-DB16782B6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2A9733-6974-D272-DB40-D07F15BB6B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663A7F-0329-9658-EF91-CF458C0A6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D616F-07A2-470E-82AC-9536B863C6C3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7C6821-1EDE-671D-2DFD-7FF45EC9C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003AFF-ECCC-189B-21CB-28742D01D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2ADF3-FC1B-424D-A55A-4F1ADCB1D1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5255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62A66-6989-034E-1936-973B6866E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41761-3156-CCEE-A80D-0A7ABE19E2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D26AAF-0CDE-F313-FD5E-75A1DFE7AC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9D004E-FFFA-E1E9-E60E-DE3277311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D616F-07A2-470E-82AC-9536B863C6C3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23BEA0-66A7-D492-1F2A-5545BA5FF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2331C8-2BD9-E8BC-1D49-D4AF17577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2ADF3-FC1B-424D-A55A-4F1ADCB1D1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262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C2EF5-524E-CBA2-E0D0-BD86DD36A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23E70F-7C5E-AE5F-105C-098D470C5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420BAC-61C3-F582-CC4B-758DED8EC9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B65D07-ADFF-AD16-3AF9-A4D08D671D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CC498E-0127-F975-5FCC-C9FCB1B666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B4B6C1-8A97-24FD-5BEF-AD14912D8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D616F-07A2-470E-82AC-9536B863C6C3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77881E-B034-C597-0810-240685DCB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CE52B7-06EE-851D-1CE8-8AABC03D6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2ADF3-FC1B-424D-A55A-4F1ADCB1D1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9326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AE71A-4BBE-07A2-578E-0DC8E5845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3966A9-F345-6736-F84D-ABFF60B45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D616F-07A2-470E-82AC-9536B863C6C3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45D8FD-7AFE-CFC0-BB79-565B6ED8E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4F9B7D-F350-D2E0-C330-B8AD66662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2ADF3-FC1B-424D-A55A-4F1ADCB1D1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8681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B1B9C3-B85C-66F0-7106-DD17C9EF1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D616F-07A2-470E-82AC-9536B863C6C3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C905F8-9385-DA5D-CC00-485FAC8E0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5E7E9F-A3B6-7FC6-F845-8BFCDE877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2ADF3-FC1B-424D-A55A-4F1ADCB1D1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5897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74AE0-3BBD-21F1-6062-2788FADBC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161FF7-1FCF-59D6-2666-7336ECCB0F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1A2F65-3B3E-05E3-1E49-029D788B42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8FFC51-5CF8-F799-DDBD-34DCE0E99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D616F-07A2-470E-82AC-9536B863C6C3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F76DF-CF95-72C4-C696-A9A7E2EEE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0B8631-7DD7-75E1-5AF4-D3533B887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2ADF3-FC1B-424D-A55A-4F1ADCB1D1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7661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1038E-60A3-8E81-07A5-6B28CDE46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09813E-755F-72E3-FD05-494BC67203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607873-6474-3CCF-922F-A70E602EA6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8192D8-4253-72B3-5FB6-811B24155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D616F-07A2-470E-82AC-9536B863C6C3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BD7954-AB33-7FB1-19E7-1892D7224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2437BD-CFAC-053C-12FB-ABEE9D7FF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2ADF3-FC1B-424D-A55A-4F1ADCB1D1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212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2EB1F-3ACD-449D-583C-471844A33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E3FB02-6D50-D212-CBAE-A5D52BB41B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565185-6212-86C4-6A63-4CBA748EA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D616F-07A2-470E-82AC-9536B863C6C3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06509A-0D90-55E2-1E65-BCD7D1A2B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BA2E33-2037-25DB-0B77-22539A6DB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2ADF3-FC1B-424D-A55A-4F1ADCB1D1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1312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265200-29E5-3300-8D48-76E4EBB987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13A017-7A5D-FABA-537B-5557441D09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1484E1-DFF3-731F-1743-A7330D0EE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D616F-07A2-470E-82AC-9536B863C6C3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FAAB5-997D-D299-3753-645409BD4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DFA104-189C-2B6E-E7F3-98F482F29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2ADF3-FC1B-424D-A55A-4F1ADCB1D1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4153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C4F7E2-E764-C337-F14D-9F0DBBC1D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F53045-D176-9B55-3E51-5AEFBC393C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44D8ED-D008-E90D-F1B0-9082D23B7A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8D616F-07A2-470E-82AC-9536B863C6C3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3D2FEB-A56D-2A08-C83F-2AB32866AC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E161CD-464F-1B3B-263E-6F8D9FB02C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82ADF3-FC1B-424D-A55A-4F1ADCB1D1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7026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3C650192-C86D-7B78-C511-F36CB8751571}"/>
              </a:ext>
            </a:extLst>
          </p:cNvPr>
          <p:cNvGrpSpPr/>
          <p:nvPr/>
        </p:nvGrpSpPr>
        <p:grpSpPr>
          <a:xfrm>
            <a:off x="3798785" y="1131785"/>
            <a:ext cx="4594430" cy="4594430"/>
            <a:chOff x="3798785" y="1131785"/>
            <a:chExt cx="4594430" cy="459443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7960C0C-36D6-D22A-2CAA-FE0D21B0A0BC}"/>
                </a:ext>
              </a:extLst>
            </p:cNvPr>
            <p:cNvSpPr/>
            <p:nvPr/>
          </p:nvSpPr>
          <p:spPr>
            <a:xfrm>
              <a:off x="5445369" y="2778369"/>
              <a:ext cx="1301261" cy="1301261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970802F9-55C9-2244-B815-8BCE94A69CA3}"/>
                </a:ext>
              </a:extLst>
            </p:cNvPr>
            <p:cNvGrpSpPr/>
            <p:nvPr/>
          </p:nvGrpSpPr>
          <p:grpSpPr>
            <a:xfrm>
              <a:off x="3798785" y="1131785"/>
              <a:ext cx="4594430" cy="4594430"/>
              <a:chOff x="3798785" y="1131785"/>
              <a:chExt cx="4594430" cy="4594430"/>
            </a:xfrm>
            <a:solidFill>
              <a:schemeClr val="tx1">
                <a:lumMod val="85000"/>
                <a:lumOff val="15000"/>
              </a:schemeClr>
            </a:solidFill>
          </p:grpSpPr>
          <p:sp>
            <p:nvSpPr>
              <p:cNvPr id="5" name="Circle: Hollow 4">
                <a:extLst>
                  <a:ext uri="{FF2B5EF4-FFF2-40B4-BE49-F238E27FC236}">
                    <a16:creationId xmlns:a16="http://schemas.microsoft.com/office/drawing/2014/main" id="{A2C293F8-64BA-19D4-7D6C-E906697B64A9}"/>
                  </a:ext>
                </a:extLst>
              </p:cNvPr>
              <p:cNvSpPr/>
              <p:nvPr/>
            </p:nvSpPr>
            <p:spPr>
              <a:xfrm>
                <a:off x="3798785" y="1131785"/>
                <a:ext cx="4594430" cy="4594430"/>
              </a:xfrm>
              <a:prstGeom prst="donut">
                <a:avLst>
                  <a:gd name="adj" fmla="val 9401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5" name="Isosceles Triangle 34">
                <a:extLst>
                  <a:ext uri="{FF2B5EF4-FFF2-40B4-BE49-F238E27FC236}">
                    <a16:creationId xmlns:a16="http://schemas.microsoft.com/office/drawing/2014/main" id="{111C2D4B-2FED-D64E-ED70-F8B848C30971}"/>
                  </a:ext>
                </a:extLst>
              </p:cNvPr>
              <p:cNvSpPr/>
              <p:nvPr/>
            </p:nvSpPr>
            <p:spPr>
              <a:xfrm>
                <a:off x="4517779" y="3701563"/>
                <a:ext cx="3156439" cy="13518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5CF3A189-1FD7-9836-5DA2-6C7DB6E20D9A}"/>
                  </a:ext>
                </a:extLst>
              </p:cNvPr>
              <p:cNvSpPr/>
              <p:nvPr/>
            </p:nvSpPr>
            <p:spPr>
              <a:xfrm>
                <a:off x="4976446" y="4813900"/>
                <a:ext cx="2294792" cy="57589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38" name="Circle: Hollow 37">
              <a:extLst>
                <a:ext uri="{FF2B5EF4-FFF2-40B4-BE49-F238E27FC236}">
                  <a16:creationId xmlns:a16="http://schemas.microsoft.com/office/drawing/2014/main" id="{BC10D7F7-F5FB-865A-FCF2-02FCC4003778}"/>
                </a:ext>
              </a:extLst>
            </p:cNvPr>
            <p:cNvSpPr/>
            <p:nvPr/>
          </p:nvSpPr>
          <p:spPr>
            <a:xfrm>
              <a:off x="3919902" y="1252903"/>
              <a:ext cx="4352192" cy="4352192"/>
            </a:xfrm>
            <a:prstGeom prst="donut">
              <a:avLst>
                <a:gd name="adj" fmla="val 3563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2726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42885-51EB-A5C0-83FF-E7BB375FD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A390CC33-7049-E89B-D500-6BFD40C0EB88}"/>
              </a:ext>
            </a:extLst>
          </p:cNvPr>
          <p:cNvSpPr/>
          <p:nvPr/>
        </p:nvSpPr>
        <p:spPr>
          <a:xfrm>
            <a:off x="5445369" y="2778369"/>
            <a:ext cx="1301261" cy="1301261"/>
          </a:xfrm>
          <a:prstGeom prst="ellipse">
            <a:avLst/>
          </a:prstGeom>
          <a:solidFill>
            <a:srgbClr val="AEAE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Circle: Hollow 4">
            <a:extLst>
              <a:ext uri="{FF2B5EF4-FFF2-40B4-BE49-F238E27FC236}">
                <a16:creationId xmlns:a16="http://schemas.microsoft.com/office/drawing/2014/main" id="{E8E2F295-991F-E0A8-2C22-6FFBFD256107}"/>
              </a:ext>
            </a:extLst>
          </p:cNvPr>
          <p:cNvSpPr/>
          <p:nvPr/>
        </p:nvSpPr>
        <p:spPr>
          <a:xfrm>
            <a:off x="3798785" y="1131785"/>
            <a:ext cx="4594430" cy="4594430"/>
          </a:xfrm>
          <a:prstGeom prst="donut">
            <a:avLst>
              <a:gd name="adj" fmla="val 9401"/>
            </a:avLst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3E7E701C-6119-7720-F6E7-39269CC91517}"/>
              </a:ext>
            </a:extLst>
          </p:cNvPr>
          <p:cNvSpPr/>
          <p:nvPr/>
        </p:nvSpPr>
        <p:spPr>
          <a:xfrm>
            <a:off x="4517779" y="3701563"/>
            <a:ext cx="3156439" cy="1351814"/>
          </a:xfrm>
          <a:prstGeom prst="triangle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89F070A-5890-2CCA-10A1-0F640F9FE323}"/>
              </a:ext>
            </a:extLst>
          </p:cNvPr>
          <p:cNvSpPr/>
          <p:nvPr/>
        </p:nvSpPr>
        <p:spPr>
          <a:xfrm>
            <a:off x="4976446" y="4813900"/>
            <a:ext cx="2294792" cy="575896"/>
          </a:xfrm>
          <a:prstGeom prst="ellipse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8427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0A0EA0F-AD77-50FE-ABF6-777712C1065C}"/>
              </a:ext>
            </a:extLst>
          </p:cNvPr>
          <p:cNvGrpSpPr/>
          <p:nvPr/>
        </p:nvGrpSpPr>
        <p:grpSpPr>
          <a:xfrm>
            <a:off x="3799200" y="1132200"/>
            <a:ext cx="4593600" cy="4593600"/>
            <a:chOff x="3799200" y="1132200"/>
            <a:chExt cx="4593600" cy="459360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6B0E765-E68D-E463-704D-8D2841C82EE2}"/>
                </a:ext>
              </a:extLst>
            </p:cNvPr>
            <p:cNvSpPr/>
            <p:nvPr/>
          </p:nvSpPr>
          <p:spPr>
            <a:xfrm>
              <a:off x="3799200" y="1132200"/>
              <a:ext cx="4593600" cy="4593600"/>
            </a:xfrm>
            <a:prstGeom prst="ellipse">
              <a:avLst/>
            </a:prstGeom>
            <a:solidFill>
              <a:srgbClr val="2626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6C6B0FF-7707-1D99-2557-98417BBD139C}"/>
                </a:ext>
              </a:extLst>
            </p:cNvPr>
            <p:cNvSpPr/>
            <p:nvPr/>
          </p:nvSpPr>
          <p:spPr>
            <a:xfrm>
              <a:off x="4113402" y="1446402"/>
              <a:ext cx="3965196" cy="3965196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E7D41D0-3526-B8B4-B7FC-A7B662ED75C3}"/>
                </a:ext>
              </a:extLst>
            </p:cNvPr>
            <p:cNvSpPr/>
            <p:nvPr/>
          </p:nvSpPr>
          <p:spPr>
            <a:xfrm>
              <a:off x="5444400" y="2777400"/>
              <a:ext cx="1303200" cy="1303200"/>
            </a:xfrm>
            <a:prstGeom prst="ellipse">
              <a:avLst/>
            </a:prstGeom>
            <a:solidFill>
              <a:srgbClr val="AEAEA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Isosceles Triangle 8">
              <a:extLst>
                <a:ext uri="{FF2B5EF4-FFF2-40B4-BE49-F238E27FC236}">
                  <a16:creationId xmlns:a16="http://schemas.microsoft.com/office/drawing/2014/main" id="{47DA11D4-0B68-1B5D-2979-D98024A0873A}"/>
                </a:ext>
              </a:extLst>
            </p:cNvPr>
            <p:cNvSpPr/>
            <p:nvPr/>
          </p:nvSpPr>
          <p:spPr>
            <a:xfrm>
              <a:off x="4517779" y="3701563"/>
              <a:ext cx="3156439" cy="1351814"/>
            </a:xfrm>
            <a:prstGeom prst="triangle">
              <a:avLst/>
            </a:prstGeom>
            <a:solidFill>
              <a:srgbClr val="2626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6D74DA2-A946-29E0-24A5-86AF65B2FA42}"/>
                </a:ext>
              </a:extLst>
            </p:cNvPr>
            <p:cNvSpPr/>
            <p:nvPr/>
          </p:nvSpPr>
          <p:spPr>
            <a:xfrm>
              <a:off x="4868407" y="4780344"/>
              <a:ext cx="2455182" cy="689278"/>
            </a:xfrm>
            <a:prstGeom prst="ellipse">
              <a:avLst/>
            </a:prstGeom>
            <a:solidFill>
              <a:srgbClr val="2626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399348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ＫＩＭ Ｈｙｏｇｙｅｏｍ(gr0760fv)</dc:creator>
  <cp:lastModifiedBy>ＫＩＭ Ｈｙｏｇｙｅｏｍ(gr0760fv)</cp:lastModifiedBy>
  <cp:revision>3</cp:revision>
  <dcterms:created xsi:type="dcterms:W3CDTF">2026-09-18T05:35:47Z</dcterms:created>
  <dcterms:modified xsi:type="dcterms:W3CDTF">2026-09-18T06:39:22Z</dcterms:modified>
</cp:coreProperties>
</file>